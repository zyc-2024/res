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5" r:id="rId4"/>
  </p:sldMasterIdLst>
  <p:notesMasterIdLst>
    <p:notesMasterId r:id="rId8"/>
  </p:notesMasterIdLst>
  <p:sldIdLst>
    <p:sldId id="269" r:id="rId5"/>
    <p:sldId id="270" r:id="rId6"/>
    <p:sldId id="258" r:id="rId7"/>
    <p:sldId id="260" r:id="rId9"/>
    <p:sldId id="262" r:id="rId10"/>
    <p:sldId id="264" r:id="rId11"/>
    <p:sldId id="265" r:id="rId12"/>
    <p:sldId id="266" r:id="rId13"/>
    <p:sldId id="271" r:id="rId14"/>
    <p:sldId id="267" r:id="rId15"/>
    <p:sldId id="268" r:id="rId16"/>
    <p:sldId id="272" r:id="rId17"/>
  </p:sldIdLst>
  <p:sldSz cx="12167870" cy="684022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142" autoAdjust="0"/>
  </p:normalViewPr>
  <p:slideViewPr>
    <p:cSldViewPr showGuides="1">
      <p:cViewPr varScale="1">
        <p:scale>
          <a:sx n="90" d="100"/>
          <a:sy n="90" d="100"/>
        </p:scale>
        <p:origin x="136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0" Type="http://schemas.openxmlformats.org/officeDocument/2006/relationships/customXml" Target="../customXml/item10.xml"/><Relationship Id="rId3" Type="http://schemas.openxmlformats.org/officeDocument/2006/relationships/slideMaster" Target="slideMasters/slideMaster2.xml"/><Relationship Id="rId29" Type="http://schemas.openxmlformats.org/officeDocument/2006/relationships/customXml" Target="../customXml/item9.xml"/><Relationship Id="rId28" Type="http://schemas.openxmlformats.org/officeDocument/2006/relationships/customXml" Target="../customXml/item8.xml"/><Relationship Id="rId27" Type="http://schemas.openxmlformats.org/officeDocument/2006/relationships/customXml" Target="../customXml/item7.xml"/><Relationship Id="rId26" Type="http://schemas.openxmlformats.org/officeDocument/2006/relationships/customXml" Target="../customXml/item6.xml"/><Relationship Id="rId25" Type="http://schemas.openxmlformats.org/officeDocument/2006/relationships/customXml" Target="../customXml/item5.xml"/><Relationship Id="rId24" Type="http://schemas.openxmlformats.org/officeDocument/2006/relationships/customXml" Target="../customXml/item4.xml"/><Relationship Id="rId23" Type="http://schemas.openxmlformats.org/officeDocument/2006/relationships/customXml" Target="../customXml/item3.xml"/><Relationship Id="rId22" Type="http://schemas.openxmlformats.org/officeDocument/2006/relationships/customXml" Target="../customXml/item2.xml"/><Relationship Id="rId21" Type="http://schemas.openxmlformats.org/officeDocument/2006/relationships/customXml" Target="../customXml/item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E16A1-CD54-44AD-AAEF-7C0100267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C518D-AE7E-41F4-BDAF-13DD522B5C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A9AE-DFF2-479B-AF37-FAA367F55B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35AA-09F9-4C1A-89F2-CB34E0111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终止 1"/>
          <p:cNvSpPr/>
          <p:nvPr userDrawn="1"/>
        </p:nvSpPr>
        <p:spPr>
          <a:xfrm>
            <a:off x="10914711" y="53924"/>
            <a:ext cx="864096" cy="288032"/>
          </a:xfrm>
          <a:prstGeom prst="flowChartTerminator">
            <a:avLst/>
          </a:prstGeom>
          <a:gradFill>
            <a:gsLst>
              <a:gs pos="84000">
                <a:schemeClr val="accent4"/>
              </a:gs>
              <a:gs pos="0">
                <a:srgbClr val="DE21F5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hlinkClick r:id="rId2" action="ppaction://hlinksldjump"/>
          </p:cNvPr>
          <p:cNvSpPr txBox="1"/>
          <p:nvPr userDrawn="1"/>
        </p:nvSpPr>
        <p:spPr>
          <a:xfrm>
            <a:off x="11054096" y="44051"/>
            <a:ext cx="6018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燕尾形 3"/>
          <p:cNvSpPr/>
          <p:nvPr userDrawn="1"/>
        </p:nvSpPr>
        <p:spPr>
          <a:xfrm>
            <a:off x="11634791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燕尾形 4"/>
          <p:cNvSpPr/>
          <p:nvPr userDrawn="1"/>
        </p:nvSpPr>
        <p:spPr>
          <a:xfrm rot="10800000">
            <a:off x="10986719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0" y="-1"/>
            <a:ext cx="12170277" cy="68478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2168188" cy="395878"/>
          </a:xfrm>
          <a:prstGeom prst="rect">
            <a:avLst/>
          </a:prstGeom>
          <a:solidFill>
            <a:srgbClr val="953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iming>
    <p:tnLst>
      <p:par>
        <p:cTn id="1" dur="indefinite" restart="never" nodeType="tmRoot"/>
      </p:par>
    </p:tnLst>
  </p:timing>
  <p:txStyles>
    <p:titleStyle>
      <a:lvl1pPr algn="l" defTabSz="911860" rtl="0" eaLnBrk="1" latinLnBrk="0" hangingPunct="1">
        <a:lnSpc>
          <a:spcPct val="90000"/>
        </a:lnSpc>
        <a:spcBef>
          <a:spcPct val="0"/>
        </a:spcBef>
        <a:buNone/>
        <a:defRPr sz="43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965" indent="-227965" algn="l" defTabSz="9118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389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046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39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32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25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18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74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67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86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42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35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21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14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71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8188" cy="68466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slide" Target="slide10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211886" y="1835914"/>
            <a:ext cx="7702619" cy="129632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860">
              <a:defRPr/>
            </a:pPr>
            <a:endParaRPr lang="en-US" altLang="zh-CN" sz="4000" b="1" kern="0" noProof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  <a:p>
            <a:pPr defTabSz="911860">
              <a:defRPr/>
            </a:pP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9970770" y="4643755"/>
            <a:ext cx="2041525" cy="71691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高考英语</a:t>
            </a:r>
            <a:endParaRPr lang="zh-CN" altLang="en-US" sz="32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线连接符 2"/>
          <p:cNvCxnSpPr/>
          <p:nvPr/>
        </p:nvCxnSpPr>
        <p:spPr bwMode="auto">
          <a:xfrm>
            <a:off x="10114124" y="5291987"/>
            <a:ext cx="1584325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9970770" y="5360670"/>
            <a:ext cx="1943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15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北京市专用</a:t>
            </a:r>
            <a:endParaRPr lang="zh-CN" altLang="en-US" sz="2400" spc="15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50460" y="2425700"/>
            <a:ext cx="667825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zh-CN" altLang="en-US" sz="4000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附录 常见</a:t>
            </a:r>
            <a:r>
              <a:rPr lang="zh-CN" altLang="en-US" sz="4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不规则动词变化表</a:t>
            </a:r>
            <a:endParaRPr lang="zh-CN" altLang="en-US" sz="4000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11359" y="1653315"/>
            <a:ext cx="7504039" cy="2394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1" action="ppaction://hlinksldjump"/>
              </a:rPr>
              <a:t>1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1" action="ppaction://hlinksldjump"/>
              </a:rPr>
              <a:t>.AAA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1" action="ppaction://hlinksldjump"/>
              </a:rPr>
              <a:t>型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2.AAB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型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3.ABA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型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4.ABB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型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5.ABC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型</a:t>
            </a:r>
            <a:endParaRPr lang="zh-CN" altLang="en-US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1118" y="567385"/>
            <a:ext cx="2207762" cy="52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7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402720" y="1061875"/>
            <a:ext cx="11054641" cy="0"/>
          </a:xfrm>
          <a:prstGeom prst="line">
            <a:avLst/>
          </a:prstGeom>
          <a:ln>
            <a:solidFill>
              <a:srgbClr val="9E27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9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500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1.AAA型</a:t>
            </a:r>
            <a:endParaRPr lang="zh-CN" altLang="en-US" sz="2500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361921"/>
          <a:ext cx="11268000" cy="4506620"/>
        </p:xfrm>
        <a:graphic>
          <a:graphicData uri="http://schemas.openxmlformats.org/drawingml/2006/table">
            <a:tbl>
              <a:tblPr/>
              <a:tblGrid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</a:tblGrid>
              <a:tr h="563328">
                <a:tc>
                  <a:txBody>
                    <a:bodyPr/>
                    <a:lstStyle/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 rowSpan="8"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broadcast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broadcast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broadcast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传播;播送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burst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burst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burst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爆炸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放置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投,掷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7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花费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设置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7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切;割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关闭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7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击打;碰撞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spread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spread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spread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传播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7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hurt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hurt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hurt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伤害;受伤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9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500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2.AAB型</a:t>
            </a:r>
            <a:endParaRPr lang="zh-CN" altLang="en-US" sz="2500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285501"/>
          <a:ext cx="11268000" cy="1126656"/>
        </p:xfrm>
        <a:graphic>
          <a:graphicData uri="http://schemas.openxmlformats.org/drawingml/2006/table">
            <a:tbl>
              <a:tblPr/>
              <a:tblGrid>
                <a:gridCol w="2817000"/>
                <a:gridCol w="2817000"/>
                <a:gridCol w="2817000"/>
                <a:gridCol w="2817000"/>
              </a:tblGrid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beat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beat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beaten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打败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9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500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3.ABA型</a:t>
            </a:r>
            <a:endParaRPr lang="zh-CN" altLang="en-US" sz="2500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298237"/>
          <a:ext cx="11268000" cy="1689984"/>
        </p:xfrm>
        <a:graphic>
          <a:graphicData uri="http://schemas.openxmlformats.org/drawingml/2006/table">
            <a:tbl>
              <a:tblPr/>
              <a:tblGrid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</a:tblGrid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rowSpan="3"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become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became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become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变成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overcome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overcame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overcome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克服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run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ran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run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跑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9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500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4.ABB型</a:t>
            </a:r>
            <a:endParaRPr lang="zh-CN" altLang="en-US" sz="2500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50426" y="1188021"/>
          <a:ext cx="11062335" cy="5489575"/>
        </p:xfrm>
        <a:graphic>
          <a:graphicData uri="http://schemas.openxmlformats.org/drawingml/2006/table">
            <a:tbl>
              <a:tblPr/>
              <a:tblGrid>
                <a:gridCol w="1046480"/>
                <a:gridCol w="1252000"/>
                <a:gridCol w="1252000"/>
                <a:gridCol w="1252000"/>
                <a:gridCol w="779145"/>
                <a:gridCol w="1139190"/>
                <a:gridCol w="1703705"/>
                <a:gridCol w="1662405"/>
                <a:gridCol w="975555"/>
              </a:tblGrid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rowSpan="9"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bend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弯曲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dig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dug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dug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挖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bleed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bled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bled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流血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dream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dreamed/dreamt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dreamed/dreamt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做梦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bring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带来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feed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喂养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7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build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built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built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建造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feel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felt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felt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感到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burn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burned/</a:t>
                      </a:r>
                      <a:br/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burnt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burned/</a:t>
                      </a:r>
                      <a:br/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burnt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燃烧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fight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打架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buy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find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found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found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发现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catch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抓住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flee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fled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fled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逃跑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7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deal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dealt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dealt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对付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got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got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得到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7995" y="696595"/>
          <a:ext cx="11332845" cy="4779645"/>
        </p:xfrm>
        <a:graphic>
          <a:graphicData uri="http://schemas.openxmlformats.org/drawingml/2006/table">
            <a:tbl>
              <a:tblPr/>
              <a:tblGrid>
                <a:gridCol w="1259205"/>
                <a:gridCol w="1259205"/>
                <a:gridCol w="1259205"/>
                <a:gridCol w="1259205"/>
                <a:gridCol w="766445"/>
                <a:gridCol w="909955"/>
                <a:gridCol w="1536065"/>
                <a:gridCol w="1824355"/>
                <a:gridCol w="1259205"/>
              </a:tblGrid>
              <a:tr h="421640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rowSpan="9"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2585">
                <a:tc rowSpan="2">
                  <a:txBody>
                    <a:bodyPr/>
                    <a:lstStyle/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l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hanged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hanged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绞死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learn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learned/learnt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learned/learnt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学习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51790">
                <a:tc vMerge="1"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hung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hung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悬挂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leave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left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left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离开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45770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lend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借给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5125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hear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heard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heard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听见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说谎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626745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hold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held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held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举办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lit/lighted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lit/lighted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点燃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47675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keep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kept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kept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保持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lose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lost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lost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失去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89585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放置;下蛋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make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made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made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制造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601345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引领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gridSpan="3"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hMerge="1">
                  <a:tcPr marL="45720" marR="45720"/>
                </a:tc>
                <a:tc hMerge="1"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553378"/>
          <a:ext cx="11268075" cy="5330190"/>
        </p:xfrm>
        <a:graphic>
          <a:graphicData uri="http://schemas.openxmlformats.org/drawingml/2006/table">
            <a:tbl>
              <a:tblPr/>
              <a:tblGrid>
                <a:gridCol w="1252000"/>
                <a:gridCol w="1252000"/>
                <a:gridCol w="1077595"/>
                <a:gridCol w="1426405"/>
                <a:gridCol w="789940"/>
                <a:gridCol w="1036320"/>
                <a:gridCol w="1560195"/>
                <a:gridCol w="1621545"/>
                <a:gridCol w="1252000"/>
              </a:tblGrid>
              <a:tr h="635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rowSpan="10"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1054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mean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meant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meant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打算;意思是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shoot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射击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2133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meet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遇见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sit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sat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sat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坐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6037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pay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paid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paid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付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sleep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slept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slept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睡觉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7782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say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said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said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说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slide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slid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slid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滑动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6101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seek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寻找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smell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smelled/</a:t>
                      </a:r>
                      <a:b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smelt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smelled/</a:t>
                      </a:r>
                      <a:b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smelt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4734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sell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sold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sold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卖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speeded/sped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speeded/sped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加速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0957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send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发送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spell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spelled/spelt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spelled/spelt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拼写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 rowSpan="2"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shine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shone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shone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发光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spend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花费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 vMerge="1"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shined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shined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擦亮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stand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stood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stood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站立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1260000"/>
          <a:ext cx="11268075" cy="4362450"/>
        </p:xfrm>
        <a:graphic>
          <a:graphicData uri="http://schemas.openxmlformats.org/drawingml/2006/table">
            <a:tbl>
              <a:tblPr/>
              <a:tblGrid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</a:tblGrid>
              <a:tr h="563328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rowSpan="6"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stick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stuck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stuck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粘贴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tell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told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told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告诉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strike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struck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struck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撞击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think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thought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认为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sweep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swept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swept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打扫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understand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understood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understood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明白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swing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swung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swung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摇摆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weep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wept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wept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哭泣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teach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taught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taught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教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win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9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500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5.ABC型</a:t>
            </a:r>
            <a:endParaRPr lang="zh-CN" altLang="en-US" sz="2500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404045"/>
          <a:ext cx="11268075" cy="4485005"/>
        </p:xfrm>
        <a:graphic>
          <a:graphicData uri="http://schemas.openxmlformats.org/drawingml/2006/table">
            <a:tbl>
              <a:tblPr/>
              <a:tblGrid>
                <a:gridCol w="1437640"/>
                <a:gridCol w="1066360"/>
                <a:gridCol w="1252000"/>
                <a:gridCol w="1252000"/>
                <a:gridCol w="1252000"/>
                <a:gridCol w="1252000"/>
                <a:gridCol w="1252000"/>
                <a:gridCol w="1252000"/>
                <a:gridCol w="1252000"/>
              </a:tblGrid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rowSpan="8"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4165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be(am/is/are)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was/were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是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draw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drew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drawn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画画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bear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bore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born/borne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忍受;生育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drink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drank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drunk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7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begin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began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begun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开始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drive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drove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driven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驾驶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blow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blew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blown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吹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eat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ate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eaten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吃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break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broke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broken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打破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fall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fell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fallen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落下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choose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chose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chosen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选择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flew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flown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飞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do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done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做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forbid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forbade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forbidden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禁止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561501"/>
          <a:ext cx="11268075" cy="6760210"/>
        </p:xfrm>
        <a:graphic>
          <a:graphicData uri="http://schemas.openxmlformats.org/drawingml/2006/table">
            <a:tbl>
              <a:tblPr/>
              <a:tblGrid>
                <a:gridCol w="1252000"/>
                <a:gridCol w="1252000"/>
                <a:gridCol w="1252000"/>
                <a:gridCol w="1252000"/>
                <a:gridCol w="974090"/>
                <a:gridCol w="1529910"/>
                <a:gridCol w="1252000"/>
                <a:gridCol w="1252000"/>
                <a:gridCol w="1252000"/>
              </a:tblGrid>
              <a:tr h="563328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rowSpan="11"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forbid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forbade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forbidden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禁止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ride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rode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ridden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骑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forget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forgot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forgotten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忘记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ring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rang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rung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打电话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forgive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forgave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forgiven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原谅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rise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rose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risen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升高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freeze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froze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frozen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结冰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saw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看见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give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gave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given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给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shake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shook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shaken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摇动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go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gone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showed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shown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展示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grow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grew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grown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生长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sing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sang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sung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唱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hide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hidden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隐藏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sink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sank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sunk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下沉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know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knew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known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知道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speak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spoke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spoken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说话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lain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躺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steal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stole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stolen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偷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925461"/>
          <a:ext cx="11268075" cy="2816860"/>
        </p:xfrm>
        <a:graphic>
          <a:graphicData uri="http://schemas.openxmlformats.org/drawingml/2006/table">
            <a:tbl>
              <a:tblPr/>
              <a:tblGrid>
                <a:gridCol w="1252000"/>
                <a:gridCol w="1252000"/>
                <a:gridCol w="1252000"/>
                <a:gridCol w="1252000"/>
                <a:gridCol w="758190"/>
                <a:gridCol w="1745810"/>
                <a:gridCol w="1252000"/>
                <a:gridCol w="1252000"/>
                <a:gridCol w="1252000"/>
              </a:tblGrid>
              <a:tr h="563328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rowSpan="5"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过去分词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释义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swim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swam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swum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游泳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wake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woke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woken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睡醒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take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took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taken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拿,取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wear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wore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worn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穿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tear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tore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torn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撕破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write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wrote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written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写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throw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threw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thrown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抛,扔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 vMerge="1"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91*587"/>
  <p:tag name="TABLE_ENDDRAG_RECT" val="36*54*891*587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Props2.xml><?xml version="1.0" encoding="utf-8"?>
<ds:datastoreItem xmlns:ds="http://schemas.openxmlformats.org/officeDocument/2006/customXml" ds:itemID="{CE1BA98E-601B-4345-A4A6-7A2BDA384437}">
  <ds:schemaRefs/>
</ds:datastoreItem>
</file>

<file path=customXml/itemProps3.xml><?xml version="1.0" encoding="utf-8"?>
<ds:datastoreItem xmlns:ds="http://schemas.openxmlformats.org/officeDocument/2006/customXml" ds:itemID="{8881A29E-B1E3-4603-9CA0-D25CE6B1069D}">
  <ds:schemaRefs/>
</ds:datastoreItem>
</file>

<file path=customXml/itemProps4.xml><?xml version="1.0" encoding="utf-8"?>
<ds:datastoreItem xmlns:ds="http://schemas.openxmlformats.org/officeDocument/2006/customXml" ds:itemID="{A46EDB86-AA10-438E-868E-80453E9E24DC}">
  <ds:schemaRefs/>
</ds:datastoreItem>
</file>

<file path=customXml/itemProps5.xml><?xml version="1.0" encoding="utf-8"?>
<ds:datastoreItem xmlns:ds="http://schemas.openxmlformats.org/officeDocument/2006/customXml" ds:itemID="{9A4CA59A-B44F-41AE-BED9-2675C0B32EAC}">
  <ds:schemaRefs/>
</ds:datastoreItem>
</file>

<file path=customXml/itemProps6.xml><?xml version="1.0" encoding="utf-8"?>
<ds:datastoreItem xmlns:ds="http://schemas.openxmlformats.org/officeDocument/2006/customXml" ds:itemID="{DF1B37ED-3D25-4A02-BD12-A6118EE4BA91}">
  <ds:schemaRefs/>
</ds:datastoreItem>
</file>

<file path=customXml/itemProps7.xml><?xml version="1.0" encoding="utf-8"?>
<ds:datastoreItem xmlns:ds="http://schemas.openxmlformats.org/officeDocument/2006/customXml" ds:itemID="{34CF78CA-D721-40EF-ADE5-9F96EF5B9EA6}">
  <ds:schemaRefs/>
</ds:datastoreItem>
</file>

<file path=customXml/itemProps8.xml><?xml version="1.0" encoding="utf-8"?>
<ds:datastoreItem xmlns:ds="http://schemas.openxmlformats.org/officeDocument/2006/customXml" ds:itemID="{1704010E-F05F-4527-BA30-21928498FDC6}">
  <ds:schemaRefs/>
</ds:datastoreItem>
</file>

<file path=customXml/itemProps9.xml><?xml version="1.0" encoding="utf-8"?>
<ds:datastoreItem xmlns:ds="http://schemas.openxmlformats.org/officeDocument/2006/customXml" ds:itemID="{7A12FCA1-6673-48B6-91A9-546CB38B4546}">
  <ds:schemaRefs/>
</ds:datastoreItem>
</file>

<file path=customXml/itemProps10.xml><?xml version="1.0" encoding="utf-8"?>
<ds:datastoreItem xmlns:ds="http://schemas.openxmlformats.org/officeDocument/2006/customXml" ds:itemID="{60108BD4-198A-433B-80FF-004ABF170D48}">
  <ds:schemaRefs/>
</ds:datastoreItem>
</file>

<file path=customXml/itemProps11.xml><?xml version="1.0" encoding="utf-8"?>
<ds:datastoreItem xmlns:ds="http://schemas.openxmlformats.org/officeDocument/2006/customXml" ds:itemID="{869EB162-18CB-4A97-9D66-9E1225E2271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专题一　动词</Template>
  <TotalTime>0</TotalTime>
  <Words>2362</Words>
  <Application>WPS 演示</Application>
  <PresentationFormat>自定义</PresentationFormat>
  <Paragraphs>1260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Times New Roman</vt:lpstr>
      <vt:lpstr>黑体</vt:lpstr>
      <vt:lpstr>Times New Roman</vt:lpstr>
      <vt:lpstr>Arial Unicode MS</vt:lpstr>
      <vt:lpstr>Calibri</vt:lpstr>
      <vt:lpstr>等线</vt:lpstr>
      <vt:lpstr>2_自定义设计方案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封面标题</dc:title>
  <dc:creator/>
  <cp:lastModifiedBy>A0885</cp:lastModifiedBy>
  <cp:revision>16</cp:revision>
  <dcterms:created xsi:type="dcterms:W3CDTF">2025-06-07T08:15:58Z</dcterms:created>
  <dcterms:modified xsi:type="dcterms:W3CDTF">2025-06-07T08:37:04Z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EBEE2873C42D415E91C3F691C8F8AE4A_12</vt:lpwstr>
  </property>
  <property fmtid="{D5CDD505-2E9C-101B-9397-08002B2CF9AE}" pid="3" name="KSOProductBuildVer">
    <vt:lpwstr>2052-12.1.0.21171</vt:lpwstr>
  </property>
</Properties>
</file>