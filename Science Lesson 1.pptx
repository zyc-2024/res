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6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69" r:id="rId23"/>
    <p:sldId id="274" r:id="rId24"/>
    <p:sldId id="276" r:id="rId25"/>
    <p:sldId id="270" r:id="rId26"/>
    <p:sldId id="27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8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Welcome!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Solar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Mike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Introduce myself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Name: Mike</a:t>
            </a:r>
            <a:endParaRPr lang="en-US"/>
          </a:p>
          <a:p>
            <a:r>
              <a:rPr lang="en-US"/>
              <a:t>Age: 15</a:t>
            </a:r>
            <a:endParaRPr lang="en-US"/>
          </a:p>
          <a:p>
            <a:r>
              <a:rPr lang="en-US"/>
              <a:t>Hobby: Playing football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Introduce yourself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Schedule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1) Watch Crash Course Kids</a:t>
            </a:r>
            <a:endParaRPr lang="en-US" altLang="en-US"/>
          </a:p>
          <a:p>
            <a:r>
              <a:rPr lang="en-US" altLang="en-US"/>
              <a:t>2) Guided reading, khan academy article</a:t>
            </a:r>
            <a:endParaRPr lang="en-US" altLang="en-US"/>
          </a:p>
          <a:p>
            <a:r>
              <a:rPr lang="en-US" altLang="en-US"/>
              <a:t>3) Go through interactive website, Solar System Explorer</a:t>
            </a:r>
            <a:endParaRPr lang="en-US" altLang="en-US"/>
          </a:p>
          <a:p>
            <a:r>
              <a:rPr lang="en-US" altLang="en-US"/>
              <a:t>4) Watch this video: https://www.youtube.com/watch?v=ErUZVWUP0c4</a:t>
            </a:r>
            <a:endParaRPr lang="en-US" alt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Icebreaker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Would you rather be in very hot summer weather or in freezing, snowing winter weather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The Sun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The Sun is the star of the solar system (actually it’s not a planet). </a:t>
            </a:r>
            <a:endParaRPr lang="en-US"/>
          </a:p>
          <a:p>
            <a:r>
              <a:rPr lang="en-US"/>
              <a:t>It is a five billion-year-old big ball of super hot gas.</a:t>
            </a:r>
            <a:endParaRPr lang="en-US"/>
          </a:p>
          <a:p>
            <a:r>
              <a:rPr lang="en-US"/>
              <a:t>It contains several parts.</a:t>
            </a:r>
            <a:endParaRPr lang="en-US"/>
          </a:p>
          <a:p>
            <a:pPr lvl="1"/>
            <a:r>
              <a:rPr lang="en-US"/>
              <a:t>The core: It’s about 15 million ℃ (27 million ℉)</a:t>
            </a:r>
            <a:endParaRPr lang="en-US"/>
          </a:p>
          <a:p>
            <a:pPr lvl="1"/>
            <a:r>
              <a:rPr lang="en-US" altLang="zh-CN"/>
              <a:t>The surface: Much cooler than the core (10,000 ℉), but still very hot.</a:t>
            </a:r>
            <a:endParaRPr lang="en-US" altLang="zh-CN"/>
          </a:p>
          <a:p>
            <a:pPr lvl="0"/>
            <a:r>
              <a:rPr lang="en-US" altLang="zh-CN"/>
              <a:t>It is so huge that you can line up over 100 Earths along the face of it.</a:t>
            </a:r>
            <a:endParaRPr lang="en-US" altLang="zh-CN"/>
          </a:p>
          <a:p>
            <a:pPr lvl="0"/>
            <a:r>
              <a:rPr lang="en-US" altLang="zh-CN"/>
              <a:t>It is similar to other stars, but because it is way more closer to the Earth, it becomes much larger than other stars.</a:t>
            </a:r>
            <a:endParaRPr lang="en-US" altLang="zh-CN"/>
          </a:p>
          <a:p>
            <a:pPr lvl="0"/>
            <a:r>
              <a:rPr lang="en-US" altLang="zh-CN"/>
              <a:t>It provides us heat and light that supports plants to grow and animals to live.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The Sun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Q: How does the Sun’s energy gets from its core to the Earth.</a:t>
            </a:r>
            <a:endParaRPr lang="en-US"/>
          </a:p>
          <a:p>
            <a:pPr lvl="1"/>
            <a:r>
              <a:rPr lang="en-US"/>
              <a:t>First, the energy is created in its super-hot core.</a:t>
            </a:r>
            <a:endParaRPr lang="en-US"/>
          </a:p>
          <a:p>
            <a:pPr lvl="1"/>
            <a:r>
              <a:rPr lang="en-US"/>
              <a:t>Then, it takes the energy 100,000 years to travel from the core to its surface.</a:t>
            </a:r>
            <a:endParaRPr lang="en-US"/>
          </a:p>
          <a:p>
            <a:pPr lvl="1"/>
            <a:r>
              <a:rPr lang="en-US"/>
              <a:t>Finally, the energy travels as light and heat all the way to Earth.</a:t>
            </a:r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The Solar System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The solar system locates in the Milky Way.</a:t>
            </a:r>
            <a:endParaRPr lang="en-US" altLang="en-US"/>
          </a:p>
          <a:p>
            <a:r>
              <a:rPr lang="en-US" altLang="en-US"/>
              <a:t>It formed from a huge cloud of gas and dust about 4.6 billion years ago. </a:t>
            </a:r>
            <a:endParaRPr lang="en-US" altLang="en-US"/>
          </a:p>
          <a:p>
            <a:r>
              <a:rPr lang="en-US" altLang="en-US"/>
              <a:t>It consists of the sun, eight planets and their moons, an asteroid belt, and other celestial bodies such as comets.</a:t>
            </a:r>
            <a:endParaRPr lang="en-US" altLang="en-US"/>
          </a:p>
          <a:p>
            <a:r>
              <a:rPr lang="en-US" altLang="en-US"/>
              <a:t>The planets closer to the Sun are called “inner planets”, while others are called “outer planets”. The inner and outer planets are separated by the asteroid belt, a ring-shaped region containing many rocky bodies called asteroids.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Planets of the Solar System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906010" cy="4351655"/>
          </a:xfrm>
        </p:spPr>
        <p:txBody>
          <a:bodyPr/>
          <a:p>
            <a:r>
              <a:rPr lang="en-US" altLang="en-US"/>
              <a:t>The four planets closest to the sun—Mercury, Venus, Earth, and Mars—are called the inner planets. </a:t>
            </a:r>
            <a:endParaRPr lang="en-US" altLang="en-US"/>
          </a:p>
          <a:p>
            <a:r>
              <a:rPr lang="en-US" altLang="en-US"/>
              <a:t>These planets have thin atmospheres, solid surfaces, few or no moons, and no rings.</a:t>
            </a:r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465" y="1929130"/>
            <a:ext cx="6312535" cy="377571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9234805" y="3153410"/>
            <a:ext cx="6953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olidFill>
                  <a:schemeClr val="bg1"/>
                </a:solidFill>
              </a:rPr>
              <a:t>Sun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9018270" y="2814320"/>
            <a:ext cx="7613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olidFill>
                  <a:schemeClr val="bg1"/>
                </a:solidFill>
              </a:rPr>
              <a:t>Mercury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9335770" y="3898265"/>
            <a:ext cx="7613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olidFill>
                  <a:schemeClr val="bg1"/>
                </a:solidFill>
              </a:rPr>
              <a:t>Venus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0663555" y="3773805"/>
            <a:ext cx="7753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olidFill>
                  <a:schemeClr val="bg1"/>
                </a:solidFill>
              </a:rPr>
              <a:t>Earth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0433050" y="2186305"/>
            <a:ext cx="7753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>
                <a:solidFill>
                  <a:schemeClr val="bg1"/>
                </a:solidFill>
              </a:rPr>
              <a:t>Mars</a:t>
            </a:r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6013450" y="5704840"/>
            <a:ext cx="60445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/>
              <a:t>Screenshot from </a:t>
            </a:r>
            <a:r>
              <a:rPr lang="en-US" altLang="en-US" sz="1400"/>
              <a:t>https://projects.wwtambassadors.org/solar-system-explorer/#</a:t>
            </a: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Planets of the Solar System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564505" cy="4351655"/>
          </a:xfrm>
        </p:spPr>
        <p:txBody>
          <a:bodyPr/>
          <a:p>
            <a:r>
              <a:rPr lang="en-US" altLang="en-US"/>
              <a:t>The four planets farthest from the sun—Jupiter, Saturn, Uranus, and Neptune—are called the outer planets. </a:t>
            </a:r>
            <a:endParaRPr lang="en-US" altLang="en-US"/>
          </a:p>
          <a:p>
            <a:r>
              <a:rPr lang="en-US" altLang="en-US"/>
              <a:t>These planets have thick atmospheres, no solid surfaces, and many rings and moons.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2705" y="1950720"/>
            <a:ext cx="5842000" cy="410146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865235" y="2971165"/>
            <a:ext cx="9175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Inner Planets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503410" y="3269615"/>
            <a:ext cx="9175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Jupiter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973185" y="3714115"/>
            <a:ext cx="9175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Saturn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9782810" y="3856355"/>
            <a:ext cx="9175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Uranus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8096885" y="4764405"/>
            <a:ext cx="9175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000">
                <a:solidFill>
                  <a:schemeClr val="bg1"/>
                </a:solidFill>
              </a:rPr>
              <a:t>Neptune</a:t>
            </a:r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6433185" y="3856355"/>
            <a:ext cx="9175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000">
                <a:solidFill>
                  <a:schemeClr val="bg1"/>
                </a:solidFill>
              </a:rPr>
              <a:t>Pluto</a:t>
            </a:r>
            <a:endParaRPr lang="en-US" sz="1000">
              <a:solidFill>
                <a:schemeClr val="bg1"/>
              </a:solidFill>
            </a:endParaRPr>
          </a:p>
          <a:p>
            <a:pPr algn="ctr"/>
            <a:r>
              <a:rPr lang="en-US" sz="1000">
                <a:solidFill>
                  <a:schemeClr val="bg1"/>
                </a:solidFill>
              </a:rPr>
              <a:t>(not a planet)</a:t>
            </a:r>
            <a:endParaRPr lang="en-US" sz="1000">
              <a:solidFill>
                <a:schemeClr val="bg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9224010" y="3135630"/>
            <a:ext cx="19685" cy="2717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Text Box 11"/>
          <p:cNvSpPr txBox="1"/>
          <p:nvPr/>
        </p:nvSpPr>
        <p:spPr>
          <a:xfrm>
            <a:off x="6301105" y="6177280"/>
            <a:ext cx="60445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/>
              <a:t>Screenshot from </a:t>
            </a:r>
            <a:r>
              <a:rPr lang="en-US" altLang="en-US" sz="1400"/>
              <a:t>https://projects.wwtambassadors.org/solar-system-explorer/#</a:t>
            </a:r>
            <a:endParaRPr lang="en-US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Mercury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Mercury is the closest world to the Sun.</a:t>
            </a:r>
            <a:endParaRPr lang="en-US" altLang="en-US"/>
          </a:p>
          <a:p>
            <a:r>
              <a:rPr lang="en-US" altLang="en-US"/>
              <a:t>It is a cratered, airless rock that endures blistering heat by day and frigid cold by night. </a:t>
            </a:r>
            <a:endParaRPr lang="en-US" altLang="en-US"/>
          </a:p>
          <a:p>
            <a:r>
              <a:rPr lang="en-US" altLang="en-US"/>
              <a:t>Among all the planets, Mercury holds the title of being the smallest in the solar system, with a diameter of just about 4,880 kilometers.</a:t>
            </a:r>
            <a:endParaRPr lang="en-US" altLang="en-US"/>
          </a:p>
          <a:p>
            <a:r>
              <a:rPr lang="en-US" altLang="en-US"/>
              <a:t>It has no rings and virtually no atmosphere.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Venus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Similar in size to Earth, Venus is a hostile world cloaked in thick, sulfuric clouds. </a:t>
            </a:r>
            <a:endParaRPr lang="en-US" altLang="en-US"/>
          </a:p>
          <a:p>
            <a:r>
              <a:rPr lang="en-US" altLang="en-US"/>
              <a:t>Its runaway greenhouse effect makes it the hottest planet, with surface temperatures that can melt lead. </a:t>
            </a:r>
            <a:endParaRPr lang="en-US" altLang="en-US"/>
          </a:p>
          <a:p>
            <a:r>
              <a:rPr lang="en-US" altLang="en-US"/>
              <a:t>Venus rotates very slowly and in the opposite direction to most planets, but it has no rings and no known moons.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Earth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This is our home planet. It is the third planet it the solar system.</a:t>
            </a:r>
            <a:endParaRPr lang="en-US" altLang="en-US"/>
          </a:p>
          <a:p>
            <a:r>
              <a:rPr lang="en-US" altLang="en-US"/>
              <a:t>It spin upon its axis by a day.</a:t>
            </a:r>
            <a:endParaRPr lang="en-US" altLang="en-US"/>
          </a:p>
          <a:p>
            <a:r>
              <a:rPr lang="en-US" altLang="en-US"/>
              <a:t>It takes the Earth a little more than a year to orbit the Sun.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Mars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The fourth planet from the Sun is also called the Red Planet, due to the abundant red iron oxide rust covering its soil. </a:t>
            </a:r>
            <a:endParaRPr lang="en-US" altLang="en-US"/>
          </a:p>
          <a:p>
            <a:r>
              <a:rPr lang="en-US" altLang="en-US"/>
              <a:t>It has lots of volcanos, including the highest mountain in the solar system.</a:t>
            </a:r>
            <a:endParaRPr lang="en-US" altLang="en-US"/>
          </a:p>
          <a:p>
            <a:r>
              <a:rPr lang="en-US" altLang="en-US"/>
              <a:t>Although we have a lot of missions related to Mars, no one has actually stepped on Mars yet.</a:t>
            </a:r>
            <a:endParaRPr lang="en-US" altLang="en-US"/>
          </a:p>
          <a:p>
            <a:r>
              <a:rPr lang="en-US" altLang="en-US"/>
              <a:t>Mars has two tiny, irregular moons and no rings.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Jupiter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Jupiter is the largest planet in the solar system, with a diameter over 11 times that of Earth. </a:t>
            </a:r>
            <a:endParaRPr lang="en-US" altLang="en-US"/>
          </a:p>
          <a:p>
            <a:r>
              <a:rPr lang="en-US" altLang="en-US"/>
              <a:t>This gas giant is famous for its Great Red Spot, a storm larger than our entire planet.</a:t>
            </a:r>
            <a:endParaRPr lang="en-US" altLang="en-US"/>
          </a:p>
          <a:p>
            <a:r>
              <a:rPr lang="en-US" altLang="en-US"/>
              <a:t>Also, it has lots of moons. Scientists have already discovered more than 115 moons.</a:t>
            </a:r>
            <a:endParaRPr lang="en-US" altLang="en-US"/>
          </a:p>
          <a:p>
            <a:r>
              <a:rPr lang="en-US" altLang="en-US"/>
              <a:t>Jupiter also has a ring, made mostly of dust from its inner moons.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Saturn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Saturn is the second-largest planet. </a:t>
            </a:r>
            <a:endParaRPr lang="en-US" altLang="en-US"/>
          </a:p>
          <a:p>
            <a:r>
              <a:rPr lang="en-US" altLang="en-US"/>
              <a:t>It is so light that it could theoretically float on water. </a:t>
            </a:r>
            <a:endParaRPr lang="en-US" altLang="en-US"/>
          </a:p>
          <a:p>
            <a:r>
              <a:rPr lang="en-US" altLang="en-US"/>
              <a:t>Saturn has over 140 known moons, with Titan being larger than Mercury. </a:t>
            </a:r>
            <a:endParaRPr lang="en-US" altLang="en-US"/>
          </a:p>
          <a:p>
            <a:r>
              <a:rPr lang="en-US" altLang="en-US"/>
              <a:t>Its ring system is the most prominent and easily visible, making it one of the four planets in our solar system that have rings.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Uranus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Uranus is light blue because of its atmosphere. </a:t>
            </a:r>
            <a:endParaRPr lang="en-US" altLang="en-US"/>
          </a:p>
          <a:p>
            <a:r>
              <a:rPr lang="en-US" altLang="en-US"/>
              <a:t>It is different because it has an extreme axial tilt—it rotates on its side, effectively rolling around the Sun like a cosmic ball.</a:t>
            </a:r>
            <a:endParaRPr lang="en-US" altLang="en-US"/>
          </a:p>
          <a:p>
            <a:r>
              <a:rPr lang="en-US" altLang="en-US"/>
              <a:t>Uranus has a faint, dark ring system, placing it among the four ringed planets, and it hosts 27 known moons.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Neptune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The farthest full planet from the Sun is Neptune. </a:t>
            </a:r>
            <a:endParaRPr lang="en-US" altLang="en-US"/>
          </a:p>
          <a:p>
            <a:r>
              <a:rPr lang="en-US" altLang="en-US"/>
              <a:t>It has the fiercest winds in the solar system, reaching over 2,000 kilometers per hour. </a:t>
            </a:r>
            <a:endParaRPr lang="en-US" altLang="en-US"/>
          </a:p>
          <a:p>
            <a:r>
              <a:rPr lang="en-US" altLang="en-US"/>
              <a:t>It was the first planet discovered using mathematical calculations rather than direct observation. </a:t>
            </a:r>
            <a:endParaRPr lang="en-US" altLang="en-US"/>
          </a:p>
          <a:p>
            <a:r>
              <a:rPr lang="en-US" altLang="en-US"/>
              <a:t>Neptune also has rings and it has 16 known moons, with Triton being the largest.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Pluto (not a planet anymore)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Pluto is a dwarf planet resides in the Kuiper Belt beyond Neptune.</a:t>
            </a:r>
            <a:endParaRPr lang="en-US" altLang="en-US"/>
          </a:p>
          <a:p>
            <a:r>
              <a:rPr lang="en-US" altLang="en-US"/>
              <a:t>It has an extremely thin atomsphere, including mainly nitrogen with a little methane and CO.</a:t>
            </a:r>
            <a:endParaRPr lang="en-US" altLang="en-US"/>
          </a:p>
          <a:p>
            <a:r>
              <a:rPr lang="en-US" altLang="en-US"/>
              <a:t>It was reclassified as a dwarf planet in 2006 by the IAU because it failed to clear other planets using the same orbit with it.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Comets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They are </a:t>
            </a:r>
            <a:r>
              <a:rPr lang="en-US" altLang="en-US"/>
              <a:t>dusty, icy bodies that orbit the sun beyond Neptune. </a:t>
            </a:r>
            <a:endParaRPr lang="en-US" altLang="en-US"/>
          </a:p>
          <a:p>
            <a:r>
              <a:rPr lang="en-US" altLang="en-US"/>
              <a:t>Both comets and asteroids are much smaller than planets.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photo here shows a comet.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6" name="Picture 5" descr="1920x108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2630" y="3141980"/>
            <a:ext cx="6605270" cy="371602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93700" y="6582410"/>
            <a:ext cx="5803265" cy="27559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en-US" sz="1200"/>
              <a:t>Source:https://starwalk.space/gallery/images/upcoming-comets-2023/1920x1080.jpg</a:t>
            </a:r>
            <a:endParaRPr lang="en-US" altLang="en-US" sz="120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9600" b="1" dirty="0"/>
              <a:t>Break Time</a:t>
            </a:r>
            <a:endParaRPr lang="en-US" sz="9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We’ll be back at 5:50PM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Kahoot Quiz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Game PIN: </a:t>
            </a:r>
            <a:r>
              <a:rPr lang="en-US" altLang="en-US"/>
              <a:t>08865658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Link: https://kahoot.it/challenge/08865658</a:t>
            </a:r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en-US"/>
              <a:t>Checkout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What planet did you find most interesting? Why?</a:t>
            </a:r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 for listening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 you next week!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5467</Words>
  <Application>WPS Presentation</Application>
  <PresentationFormat>Widescreen</PresentationFormat>
  <Paragraphs>177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Welcome!</vt:lpstr>
      <vt:lpstr>The Solar System</vt:lpstr>
      <vt:lpstr>Introduce myself</vt:lpstr>
      <vt:lpstr>Introduce yourself</vt:lpstr>
      <vt:lpstr>Schedule</vt:lpstr>
      <vt:lpstr>Icebreaker</vt:lpstr>
      <vt:lpstr>The Sun</vt:lpstr>
      <vt:lpstr>The Sun</vt:lpstr>
      <vt:lpstr>The Solar System</vt:lpstr>
      <vt:lpstr>Planets of the Solar System</vt:lpstr>
      <vt:lpstr>Planets of the Solar System</vt:lpstr>
      <vt:lpstr>Mercury</vt:lpstr>
      <vt:lpstr>Venus</vt:lpstr>
      <vt:lpstr>Earth</vt:lpstr>
      <vt:lpstr>Mars</vt:lpstr>
      <vt:lpstr>Jupiter</vt:lpstr>
      <vt:lpstr>Saturn</vt:lpstr>
      <vt:lpstr>Uranus</vt:lpstr>
      <vt:lpstr>Neptune</vt:lpstr>
      <vt:lpstr>Pluto (not a planet anymore)</vt:lpstr>
      <vt:lpstr>Comets</vt:lpstr>
      <vt:lpstr>Break Time</vt:lpstr>
      <vt:lpstr>Kahoot Quiz</vt:lpstr>
      <vt:lpstr>Checkout</vt:lpstr>
      <vt:lpstr>Thanks for listening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zyc</dc:creator>
  <cp:lastModifiedBy>zyc</cp:lastModifiedBy>
  <cp:revision>16</cp:revision>
  <dcterms:created xsi:type="dcterms:W3CDTF">2025-07-23T00:59:00Z</dcterms:created>
  <dcterms:modified xsi:type="dcterms:W3CDTF">2026-08-20T00:43:05Z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03F37DF80DA94FDAA31AAEE0FB4166FE_11</vt:lpwstr>
  </property>
  <property fmtid="{D5CDD505-2E9C-101B-9397-08002B2CF9AE}" pid="3" name="KSOProductBuildVer">
    <vt:lpwstr>1033-12.1.0.23542</vt:lpwstr>
  </property>
</Properties>
</file>